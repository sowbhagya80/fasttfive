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bhagyalakshmi kantragunta" userId="8e23ae4fc4a342bf" providerId="LiveId" clId="{5F7F3091-4430-4FD8-B898-5E86231C75ED}"/>
    <pc:docChg chg="modSld">
      <pc:chgData name="sowbhagyalakshmi kantragunta" userId="8e23ae4fc4a342bf" providerId="LiveId" clId="{5F7F3091-4430-4FD8-B898-5E86231C75ED}" dt="2025-02-12T07:36:50.780" v="43" actId="20577"/>
      <pc:docMkLst>
        <pc:docMk/>
      </pc:docMkLst>
      <pc:sldChg chg="modSp mod">
        <pc:chgData name="sowbhagyalakshmi kantragunta" userId="8e23ae4fc4a342bf" providerId="LiveId" clId="{5F7F3091-4430-4FD8-B898-5E86231C75ED}" dt="2025-02-12T07:32:00.952" v="8" actId="20577"/>
        <pc:sldMkLst>
          <pc:docMk/>
          <pc:sldMk cId="729344439" sldId="258"/>
        </pc:sldMkLst>
        <pc:spChg chg="mod">
          <ac:chgData name="sowbhagyalakshmi kantragunta" userId="8e23ae4fc4a342bf" providerId="LiveId" clId="{5F7F3091-4430-4FD8-B898-5E86231C75ED}" dt="2025-02-12T07:32:00.952" v="8" actId="20577"/>
          <ac:spMkLst>
            <pc:docMk/>
            <pc:sldMk cId="729344439" sldId="258"/>
            <ac:spMk id="7" creationId="{B639BE1F-CB96-5DEC-2D79-CD7E6D814675}"/>
          </ac:spMkLst>
        </pc:spChg>
      </pc:sldChg>
      <pc:sldChg chg="modSp mod">
        <pc:chgData name="sowbhagyalakshmi kantragunta" userId="8e23ae4fc4a342bf" providerId="LiveId" clId="{5F7F3091-4430-4FD8-B898-5E86231C75ED}" dt="2025-02-12T07:32:29.785" v="20" actId="20577"/>
        <pc:sldMkLst>
          <pc:docMk/>
          <pc:sldMk cId="4217930667" sldId="259"/>
        </pc:sldMkLst>
        <pc:spChg chg="mod">
          <ac:chgData name="sowbhagyalakshmi kantragunta" userId="8e23ae4fc4a342bf" providerId="LiveId" clId="{5F7F3091-4430-4FD8-B898-5E86231C75ED}" dt="2025-02-12T07:32:29.785" v="20" actId="20577"/>
          <ac:spMkLst>
            <pc:docMk/>
            <pc:sldMk cId="4217930667" sldId="259"/>
            <ac:spMk id="3" creationId="{25D5C846-C1C1-146A-58E3-D12078105A88}"/>
          </ac:spMkLst>
        </pc:spChg>
      </pc:sldChg>
      <pc:sldChg chg="modSp mod">
        <pc:chgData name="sowbhagyalakshmi kantragunta" userId="8e23ae4fc4a342bf" providerId="LiveId" clId="{5F7F3091-4430-4FD8-B898-5E86231C75ED}" dt="2025-02-12T07:32:48.977" v="32" actId="20577"/>
        <pc:sldMkLst>
          <pc:docMk/>
          <pc:sldMk cId="1218376929" sldId="260"/>
        </pc:sldMkLst>
        <pc:spChg chg="mod">
          <ac:chgData name="sowbhagyalakshmi kantragunta" userId="8e23ae4fc4a342bf" providerId="LiveId" clId="{5F7F3091-4430-4FD8-B898-5E86231C75ED}" dt="2025-02-12T07:32:48.977" v="32" actId="20577"/>
          <ac:spMkLst>
            <pc:docMk/>
            <pc:sldMk cId="1218376929" sldId="260"/>
            <ac:spMk id="3" creationId="{DB6DA243-3A50-638E-816C-AA516675C4E2}"/>
          </ac:spMkLst>
        </pc:spChg>
      </pc:sldChg>
      <pc:sldChg chg="modSp mod">
        <pc:chgData name="sowbhagyalakshmi kantragunta" userId="8e23ae4fc4a342bf" providerId="LiveId" clId="{5F7F3091-4430-4FD8-B898-5E86231C75ED}" dt="2025-02-12T07:36:40.214" v="39" actId="20577"/>
        <pc:sldMkLst>
          <pc:docMk/>
          <pc:sldMk cId="1926561750" sldId="261"/>
        </pc:sldMkLst>
        <pc:spChg chg="mod">
          <ac:chgData name="sowbhagyalakshmi kantragunta" userId="8e23ae4fc4a342bf" providerId="LiveId" clId="{5F7F3091-4430-4FD8-B898-5E86231C75ED}" dt="2025-02-12T07:36:40.214" v="39" actId="20577"/>
          <ac:spMkLst>
            <pc:docMk/>
            <pc:sldMk cId="1926561750" sldId="261"/>
            <ac:spMk id="3" creationId="{84C4192A-91BB-02FA-C72F-2478F5AED453}"/>
          </ac:spMkLst>
        </pc:spChg>
      </pc:sldChg>
      <pc:sldChg chg="modSp mod">
        <pc:chgData name="sowbhagyalakshmi kantragunta" userId="8e23ae4fc4a342bf" providerId="LiveId" clId="{5F7F3091-4430-4FD8-B898-5E86231C75ED}" dt="2025-02-12T07:36:50.780" v="43" actId="20577"/>
        <pc:sldMkLst>
          <pc:docMk/>
          <pc:sldMk cId="273689522" sldId="262"/>
        </pc:sldMkLst>
        <pc:spChg chg="mod">
          <ac:chgData name="sowbhagyalakshmi kantragunta" userId="8e23ae4fc4a342bf" providerId="LiveId" clId="{5F7F3091-4430-4FD8-B898-5E86231C75ED}" dt="2025-02-12T07:36:50.780" v="43" actId="20577"/>
          <ac:spMkLst>
            <pc:docMk/>
            <pc:sldMk cId="273689522" sldId="262"/>
            <ac:spMk id="3" creationId="{60F95651-A9C7-1BED-22D9-133D1BDF40F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DF8B-59DE-53E7-6AC7-B42D71B98D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18CA1-930E-BB05-B951-D965628602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6263E7-B849-CCC3-24A6-CFA41289447A}"/>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23F55CAC-FFB9-8F59-DC4A-A1643F3CC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4B8A5-C729-0A5B-3861-7C6A3168409C}"/>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33597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F0BE-55FE-9A66-8A3C-C8FD8C9DC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3C074-9C13-B953-19AB-03465B5BF4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1E6A7-BDA5-7572-6352-58D3EB750104}"/>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E06E2727-C4D3-3AAC-BD5C-533FFB1D3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EB10C-4318-4C90-2AAD-5C9ED5AF1C0E}"/>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34085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CF0A-C300-6C0A-21A2-F7DA5F05D2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234E-B0E8-44C9-1A96-2747840DF8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351AEE-A49B-2C5B-6C73-2A8B3323056F}"/>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E186DC94-13EB-61DA-829D-1CAB42008C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0878A4-5116-C4FA-5471-D35B64B390BD}"/>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2644263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C3B2-599B-6F02-9631-4E7D4F8089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0C7FB-89C7-64B4-6C86-6537F97FDE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D9A4B9-62D6-BD16-0A73-EB772709F5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63C5A3-E736-DF92-1ABE-E397C0912EC3}"/>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6" name="Footer Placeholder 5">
            <a:extLst>
              <a:ext uri="{FF2B5EF4-FFF2-40B4-BE49-F238E27FC236}">
                <a16:creationId xmlns:a16="http://schemas.microsoft.com/office/drawing/2014/main" id="{D049B146-A720-CC3E-5D72-15FE212C4F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FAA86-1F60-BC92-4B34-5618E005AE42}"/>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179182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44C65-370D-553C-0A07-308F523D9E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04C3EA-E8F3-821C-E83C-805F8A2D6D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A0C10E-DD5F-138C-6DEB-0FEF24C8CC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0A3619-3491-EF58-09E8-28645EF7C7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917BD-6633-2E03-E454-2C081B33FE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8A8CB2-EE50-DCE8-C5AD-F7028444DD4B}"/>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8" name="Footer Placeholder 7">
            <a:extLst>
              <a:ext uri="{FF2B5EF4-FFF2-40B4-BE49-F238E27FC236}">
                <a16:creationId xmlns:a16="http://schemas.microsoft.com/office/drawing/2014/main" id="{3F71EA89-70F7-1479-05FF-13809CC9A4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4FDA2C-C688-5F40-1297-BF75DCC84C51}"/>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2453209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57D0-CECF-93A8-3D2C-18641CAEE3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9A3170-0F54-4201-E7C2-42F32B58AF41}"/>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4" name="Footer Placeholder 3">
            <a:extLst>
              <a:ext uri="{FF2B5EF4-FFF2-40B4-BE49-F238E27FC236}">
                <a16:creationId xmlns:a16="http://schemas.microsoft.com/office/drawing/2014/main" id="{CF6BDA1E-763E-8C80-8992-DB6E56B72D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75BFD4-CF6B-C8D2-8EE9-58F6EFE714E4}"/>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424738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484C3E-8D7C-F16F-BA2F-BC9BBF6C0E8D}"/>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3" name="Footer Placeholder 2">
            <a:extLst>
              <a:ext uri="{FF2B5EF4-FFF2-40B4-BE49-F238E27FC236}">
                <a16:creationId xmlns:a16="http://schemas.microsoft.com/office/drawing/2014/main" id="{DD89E345-0986-34D1-2E26-AE840A7C19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0ACA02-1AAA-E7CB-683C-037A3FF5C4EA}"/>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12263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1D5F-ED6B-38B2-51A4-10B1F5CD0E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EDC471-6BF0-CB2C-3EF5-D760E32158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21126B-E0A6-C028-2375-3E8D9DCDC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B005BA-97DD-9949-0249-86AE35989742}"/>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6" name="Footer Placeholder 5">
            <a:extLst>
              <a:ext uri="{FF2B5EF4-FFF2-40B4-BE49-F238E27FC236}">
                <a16:creationId xmlns:a16="http://schemas.microsoft.com/office/drawing/2014/main" id="{0A61970E-98F1-ED6E-287D-BB7C444A7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D87FC-FF53-E4BA-883D-AC6A24D858F9}"/>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1615920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F4EF-A8A0-720B-BB86-DC25470BE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1405FF-BF58-317F-5862-B7DD608EC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C5BF55-9DAA-289D-B722-ADC313F66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750CF6-5EEA-87C4-EFB1-F4CF23AC19FD}"/>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6" name="Footer Placeholder 5">
            <a:extLst>
              <a:ext uri="{FF2B5EF4-FFF2-40B4-BE49-F238E27FC236}">
                <a16:creationId xmlns:a16="http://schemas.microsoft.com/office/drawing/2014/main" id="{D4AEB501-E2E0-2296-9D51-D4F0701A97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9C4C1-0C38-87E2-9C6D-C782577C386B}"/>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2784002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BCF6-1AB1-6370-432F-B47A0761AC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C3E979-0229-2845-DAEF-5621F5B601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FF298-87D0-3943-AA8A-3DD9DF34AA4A}"/>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7F9420C0-5A74-793C-28FF-4C4DF3F1CA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AA47B-C227-64D6-7CCF-56ED4CDEB596}"/>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2102483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66EA0E-8603-CFC0-CC80-D4B336D6B8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29AC1B-AB73-910E-7D4C-ED37E1E0EE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6C407-8EA9-7F53-2827-541570DFD1BA}"/>
              </a:ext>
            </a:extLst>
          </p:cNvPr>
          <p:cNvSpPr>
            <a:spLocks noGrp="1"/>
          </p:cNvSpPr>
          <p:nvPr>
            <p:ph type="dt" sz="half" idx="10"/>
          </p:nvPr>
        </p:nvSpPr>
        <p:spPr/>
        <p:txBody>
          <a:body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88FC8E4A-9CE8-867B-3675-423883665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68604-E27D-E0A2-C94B-3F4A657E18CC}"/>
              </a:ext>
            </a:extLst>
          </p:cNvPr>
          <p:cNvSpPr>
            <a:spLocks noGrp="1"/>
          </p:cNvSpPr>
          <p:nvPr>
            <p:ph type="sldNum" sz="quarter" idx="12"/>
          </p:nvPr>
        </p:nvSpPr>
        <p:spPr/>
        <p:txBody>
          <a:bodyPr/>
          <a:lstStyle/>
          <a:p>
            <a:fld id="{834CFE64-7BAB-4A3F-A6E8-7665D310C71A}" type="slidenum">
              <a:rPr lang="en-US" smtClean="0"/>
              <a:t>‹#›</a:t>
            </a:fld>
            <a:endParaRPr lang="en-US"/>
          </a:p>
        </p:txBody>
      </p:sp>
    </p:spTree>
    <p:extLst>
      <p:ext uri="{BB962C8B-B14F-4D97-AF65-F5344CB8AC3E}">
        <p14:creationId xmlns:p14="http://schemas.microsoft.com/office/powerpoint/2010/main" val="3842008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F7FEDB-08E1-336B-0109-0E57B78669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59CBD-660D-7B0E-49F1-C1263E4F69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530EB-20B6-C0B3-3CCD-FF36388FB0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7D41DA-F6ED-4478-AC22-87F5CBEF49C4}" type="datetimeFigureOut">
              <a:rPr lang="en-US" smtClean="0"/>
              <a:t>2/12/2025</a:t>
            </a:fld>
            <a:endParaRPr lang="en-US"/>
          </a:p>
        </p:txBody>
      </p:sp>
      <p:sp>
        <p:nvSpPr>
          <p:cNvPr id="5" name="Footer Placeholder 4">
            <a:extLst>
              <a:ext uri="{FF2B5EF4-FFF2-40B4-BE49-F238E27FC236}">
                <a16:creationId xmlns:a16="http://schemas.microsoft.com/office/drawing/2014/main" id="{31701CCE-842C-42BF-6912-5A4E84069C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8489CF-572D-53C0-B2F1-C39C792EC6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CFE64-7BAB-4A3F-A6E8-7665D310C71A}" type="slidenum">
              <a:rPr lang="en-US" smtClean="0"/>
              <a:t>‹#›</a:t>
            </a:fld>
            <a:endParaRPr lang="en-US"/>
          </a:p>
        </p:txBody>
      </p:sp>
    </p:spTree>
    <p:extLst>
      <p:ext uri="{BB962C8B-B14F-4D97-AF65-F5344CB8AC3E}">
        <p14:creationId xmlns:p14="http://schemas.microsoft.com/office/powerpoint/2010/main" val="2172909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458B-7515-10BB-D09E-7BF62C502C1C}"/>
              </a:ext>
            </a:extLst>
          </p:cNvPr>
          <p:cNvSpPr>
            <a:spLocks noGrp="1"/>
          </p:cNvSpPr>
          <p:nvPr>
            <p:ph type="ctrTitle"/>
          </p:nvPr>
        </p:nvSpPr>
        <p:spPr/>
        <p:txBody>
          <a:bodyPr/>
          <a:lstStyle/>
          <a:p>
            <a:r>
              <a:rPr lang="en-US" dirty="0"/>
              <a:t>Smart Resume Generator</a:t>
            </a:r>
          </a:p>
        </p:txBody>
      </p:sp>
      <p:sp>
        <p:nvSpPr>
          <p:cNvPr id="3" name="Subtitle 2">
            <a:extLst>
              <a:ext uri="{FF2B5EF4-FFF2-40B4-BE49-F238E27FC236}">
                <a16:creationId xmlns:a16="http://schemas.microsoft.com/office/drawing/2014/main" id="{6160F5EA-2DC8-EDA5-7405-A8539B1907E3}"/>
              </a:ext>
            </a:extLst>
          </p:cNvPr>
          <p:cNvSpPr>
            <a:spLocks noGrp="1"/>
          </p:cNvSpPr>
          <p:nvPr>
            <p:ph type="subTitle" idx="1"/>
          </p:nvPr>
        </p:nvSpPr>
        <p:spPr/>
        <p:txBody>
          <a:bodyPr/>
          <a:lstStyle/>
          <a:p>
            <a:r>
              <a:rPr lang="en-US" dirty="0"/>
              <a:t>Customized Resumes For Every Opportunity</a:t>
            </a:r>
          </a:p>
          <a:p>
            <a:endParaRPr lang="en-US" dirty="0"/>
          </a:p>
        </p:txBody>
      </p:sp>
    </p:spTree>
    <p:extLst>
      <p:ext uri="{BB962C8B-B14F-4D97-AF65-F5344CB8AC3E}">
        <p14:creationId xmlns:p14="http://schemas.microsoft.com/office/powerpoint/2010/main" val="3072365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9134-9BA1-D501-61D2-77DA89A997C1}"/>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7CDD9493-E8CC-CA88-DFE6-AC523A91BE36}"/>
              </a:ext>
            </a:extLst>
          </p:cNvPr>
          <p:cNvSpPr>
            <a:spLocks noGrp="1"/>
          </p:cNvSpPr>
          <p:nvPr>
            <p:ph idx="1"/>
          </p:nvPr>
        </p:nvSpPr>
        <p:spPr/>
        <p:txBody>
          <a:bodyPr>
            <a:normAutofit/>
          </a:bodyPr>
          <a:lstStyle/>
          <a:p>
            <a:r>
              <a:rPr lang="en-US" sz="2400" dirty="0"/>
              <a:t>A smart resume generator is an AI-powered tool designed to help users create professional resumes quickly and efficiently by offering customizable templates and automatic suggestions based on the user's experience, skills, and job preferences.</a:t>
            </a:r>
          </a:p>
          <a:p>
            <a:r>
              <a:rPr lang="en-US" sz="2400" dirty="0"/>
              <a:t>This tool uses advanced algorithms to analyze industry trends and optimize the content, ensuring that resumes are tailored to specific job roles, enhancing the chances of getting noticed by hiring managers and Applicant Tracking Systems (ATS).</a:t>
            </a:r>
          </a:p>
        </p:txBody>
      </p:sp>
    </p:spTree>
    <p:extLst>
      <p:ext uri="{BB962C8B-B14F-4D97-AF65-F5344CB8AC3E}">
        <p14:creationId xmlns:p14="http://schemas.microsoft.com/office/powerpoint/2010/main" val="3672214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3D6C-C452-26AB-B37A-032CC53C264C}"/>
              </a:ext>
            </a:extLst>
          </p:cNvPr>
          <p:cNvSpPr>
            <a:spLocks noGrp="1"/>
          </p:cNvSpPr>
          <p:nvPr>
            <p:ph type="title"/>
          </p:nvPr>
        </p:nvSpPr>
        <p:spPr/>
        <p:txBody>
          <a:bodyPr/>
          <a:lstStyle/>
          <a:p>
            <a:r>
              <a:rPr lang="en-US" dirty="0"/>
              <a:t>How it works:</a:t>
            </a:r>
          </a:p>
        </p:txBody>
      </p:sp>
      <p:sp>
        <p:nvSpPr>
          <p:cNvPr id="7" name="Content Placeholder 6">
            <a:extLst>
              <a:ext uri="{FF2B5EF4-FFF2-40B4-BE49-F238E27FC236}">
                <a16:creationId xmlns:a16="http://schemas.microsoft.com/office/drawing/2014/main" id="{B639BE1F-CB96-5DEC-2D79-CD7E6D814675}"/>
              </a:ext>
            </a:extLst>
          </p:cNvPr>
          <p:cNvSpPr>
            <a:spLocks noGrp="1"/>
          </p:cNvSpPr>
          <p:nvPr>
            <p:ph idx="1"/>
          </p:nvPr>
        </p:nvSpPr>
        <p:spPr/>
        <p:txBody>
          <a:bodyPr>
            <a:normAutofit/>
          </a:bodyPr>
          <a:lstStyle/>
          <a:p>
            <a:r>
              <a:rPr lang="en-US" sz="2400" dirty="0"/>
              <a:t>Personalized Data Input: The smart resume generator collects relevant information from the user, such as work experience, education, skills, and job preferences. </a:t>
            </a:r>
          </a:p>
          <a:p>
            <a:r>
              <a:rPr lang="en-US" sz="2400" dirty="0"/>
              <a:t>Automated Content Optimization: Using AI algorithms, the tool analyzes the input data and automatically suggests improvements, such as enhancing descriptions of job responsibilities, incorporating industry-specific keywords, and optimizing formatting for readability and ATS compatibility.</a:t>
            </a:r>
          </a:p>
          <a:p>
            <a:r>
              <a:rPr lang="en-US" sz="2400" dirty="0"/>
              <a:t>Customizable Templates and Output: The generator provides a range of customizable templates, allowing users to select the style and structure they prefer. Once completed, the tool generates a polished resume ready for download or submission, ensuring it meets professional standards.</a:t>
            </a:r>
          </a:p>
        </p:txBody>
      </p:sp>
    </p:spTree>
    <p:extLst>
      <p:ext uri="{BB962C8B-B14F-4D97-AF65-F5344CB8AC3E}">
        <p14:creationId xmlns:p14="http://schemas.microsoft.com/office/powerpoint/2010/main" val="729344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DE5BC-F5EF-4308-20D4-27DCB7FE26F1}"/>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25D5C846-C1C1-146A-58E3-D12078105A88}"/>
              </a:ext>
            </a:extLst>
          </p:cNvPr>
          <p:cNvSpPr>
            <a:spLocks noGrp="1"/>
          </p:cNvSpPr>
          <p:nvPr>
            <p:ph idx="1"/>
          </p:nvPr>
        </p:nvSpPr>
        <p:spPr/>
        <p:txBody>
          <a:bodyPr>
            <a:normAutofit/>
          </a:bodyPr>
          <a:lstStyle/>
          <a:p>
            <a:r>
              <a:rPr lang="en-US" sz="2400" dirty="0"/>
              <a:t>Time-Saving: Generates a professional resume quickly and efficiently.</a:t>
            </a:r>
          </a:p>
          <a:p>
            <a:r>
              <a:rPr lang="en-US" sz="2400" dirty="0"/>
              <a:t>ATS-Friendly: Optimizes resumes to pass Applicant Tracking Systems. </a:t>
            </a:r>
          </a:p>
          <a:p>
            <a:r>
              <a:rPr lang="en-US" sz="2400" dirty="0"/>
              <a:t>Customizable: Provides various templates for personalized resumes.</a:t>
            </a:r>
          </a:p>
        </p:txBody>
      </p:sp>
    </p:spTree>
    <p:extLst>
      <p:ext uri="{BB962C8B-B14F-4D97-AF65-F5344CB8AC3E}">
        <p14:creationId xmlns:p14="http://schemas.microsoft.com/office/powerpoint/2010/main" val="421793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3D7B-B292-006D-D56D-136BBB4D07A7}"/>
              </a:ext>
            </a:extLst>
          </p:cNvPr>
          <p:cNvSpPr>
            <a:spLocks noGrp="1"/>
          </p:cNvSpPr>
          <p:nvPr>
            <p:ph type="title"/>
          </p:nvPr>
        </p:nvSpPr>
        <p:spPr/>
        <p:txBody>
          <a:bodyPr/>
          <a:lstStyle/>
          <a:p>
            <a:r>
              <a:rPr lang="en-US" dirty="0"/>
              <a:t>Technologies Used:</a:t>
            </a:r>
            <a:br>
              <a:rPr lang="en-US" dirty="0"/>
            </a:br>
            <a:endParaRPr lang="en-US" dirty="0"/>
          </a:p>
        </p:txBody>
      </p:sp>
      <p:sp>
        <p:nvSpPr>
          <p:cNvPr id="3" name="Content Placeholder 2">
            <a:extLst>
              <a:ext uri="{FF2B5EF4-FFF2-40B4-BE49-F238E27FC236}">
                <a16:creationId xmlns:a16="http://schemas.microsoft.com/office/drawing/2014/main" id="{DB6DA243-3A50-638E-816C-AA516675C4E2}"/>
              </a:ext>
            </a:extLst>
          </p:cNvPr>
          <p:cNvSpPr>
            <a:spLocks noGrp="1"/>
          </p:cNvSpPr>
          <p:nvPr>
            <p:ph idx="1"/>
          </p:nvPr>
        </p:nvSpPr>
        <p:spPr/>
        <p:txBody>
          <a:bodyPr>
            <a:normAutofit/>
          </a:bodyPr>
          <a:lstStyle/>
          <a:p>
            <a:r>
              <a:rPr lang="en-US" sz="2400" dirty="0"/>
              <a:t> Artificial Intelligence (AI): Analyzes user data to suggest personalized resume improvements. </a:t>
            </a:r>
          </a:p>
          <a:p>
            <a:r>
              <a:rPr lang="en-US" sz="2400" dirty="0"/>
              <a:t> Natural Language Processing (NLP): Enhances text by optimizing keywords and phrasing for better readability and ATS compatibility. </a:t>
            </a:r>
          </a:p>
          <a:p>
            <a:r>
              <a:rPr lang="en-US" sz="2400" dirty="0"/>
              <a:t>Machine Learning: Learns from industry trends to offer resume tips and improvements based on current job market demands. </a:t>
            </a:r>
          </a:p>
          <a:p>
            <a:r>
              <a:rPr lang="en-US" sz="2400" dirty="0"/>
              <a:t> Cloud Computing: Stores resumes securely and allows easy access and sharing from any device.</a:t>
            </a:r>
          </a:p>
        </p:txBody>
      </p:sp>
    </p:spTree>
    <p:extLst>
      <p:ext uri="{BB962C8B-B14F-4D97-AF65-F5344CB8AC3E}">
        <p14:creationId xmlns:p14="http://schemas.microsoft.com/office/powerpoint/2010/main" val="1218376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9021B-E6BB-8AB5-ACB6-CF464FB3BDB9}"/>
              </a:ext>
            </a:extLst>
          </p:cNvPr>
          <p:cNvSpPr>
            <a:spLocks noGrp="1"/>
          </p:cNvSpPr>
          <p:nvPr>
            <p:ph type="title"/>
          </p:nvPr>
        </p:nvSpPr>
        <p:spPr/>
        <p:txBody>
          <a:bodyPr/>
          <a:lstStyle/>
          <a:p>
            <a:r>
              <a:rPr lang="en-US" dirty="0"/>
              <a:t>Real Time Feedback Loop:</a:t>
            </a:r>
          </a:p>
        </p:txBody>
      </p:sp>
      <p:sp>
        <p:nvSpPr>
          <p:cNvPr id="3" name="Content Placeholder 2">
            <a:extLst>
              <a:ext uri="{FF2B5EF4-FFF2-40B4-BE49-F238E27FC236}">
                <a16:creationId xmlns:a16="http://schemas.microsoft.com/office/drawing/2014/main" id="{84C4192A-91BB-02FA-C72F-2478F5AED453}"/>
              </a:ext>
            </a:extLst>
          </p:cNvPr>
          <p:cNvSpPr>
            <a:spLocks noGrp="1"/>
          </p:cNvSpPr>
          <p:nvPr>
            <p:ph idx="1"/>
          </p:nvPr>
        </p:nvSpPr>
        <p:spPr/>
        <p:txBody>
          <a:bodyPr>
            <a:normAutofit/>
          </a:bodyPr>
          <a:lstStyle/>
          <a:p>
            <a:r>
              <a:rPr lang="en-US" sz="2400" dirty="0"/>
              <a:t>The smart resume generator provides instant suggestions to improve language, formatting, and keywords based on job descriptions.  </a:t>
            </a:r>
          </a:p>
          <a:p>
            <a:r>
              <a:rPr lang="en-US" sz="2400" dirty="0"/>
              <a:t> It continuously adapts to industry-specific trends and employer preferences for enhanced relevance.  </a:t>
            </a:r>
          </a:p>
          <a:p>
            <a:r>
              <a:rPr lang="en-US" sz="2400" dirty="0"/>
              <a:t> Real-time feedback helps refine skills, experiences, and achievements to better align with job market demands.</a:t>
            </a:r>
          </a:p>
        </p:txBody>
      </p:sp>
    </p:spTree>
    <p:extLst>
      <p:ext uri="{BB962C8B-B14F-4D97-AF65-F5344CB8AC3E}">
        <p14:creationId xmlns:p14="http://schemas.microsoft.com/office/powerpoint/2010/main" val="1926561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77CF-B00B-156A-93F8-4E123352C866}"/>
              </a:ext>
            </a:extLst>
          </p:cNvPr>
          <p:cNvSpPr>
            <a:spLocks noGrp="1"/>
          </p:cNvSpPr>
          <p:nvPr>
            <p:ph type="title"/>
          </p:nvPr>
        </p:nvSpPr>
        <p:spPr/>
        <p:txBody>
          <a:bodyPr/>
          <a:lstStyle/>
          <a:p>
            <a:r>
              <a:rPr lang="en-US" dirty="0"/>
              <a:t>Case Study:</a:t>
            </a:r>
            <a:br>
              <a:rPr lang="en-US" dirty="0"/>
            </a:br>
            <a:endParaRPr lang="en-US" dirty="0"/>
          </a:p>
        </p:txBody>
      </p:sp>
      <p:sp>
        <p:nvSpPr>
          <p:cNvPr id="3" name="Content Placeholder 2">
            <a:extLst>
              <a:ext uri="{FF2B5EF4-FFF2-40B4-BE49-F238E27FC236}">
                <a16:creationId xmlns:a16="http://schemas.microsoft.com/office/drawing/2014/main" id="{60F95651-A9C7-1BED-22D9-133D1BDF40F9}"/>
              </a:ext>
            </a:extLst>
          </p:cNvPr>
          <p:cNvSpPr>
            <a:spLocks noGrp="1"/>
          </p:cNvSpPr>
          <p:nvPr>
            <p:ph idx="1"/>
          </p:nvPr>
        </p:nvSpPr>
        <p:spPr/>
        <p:txBody>
          <a:bodyPr>
            <a:normAutofit/>
          </a:bodyPr>
          <a:lstStyle/>
          <a:p>
            <a:r>
              <a:rPr lang="en-US" sz="2400"/>
              <a:t> </a:t>
            </a:r>
            <a:r>
              <a:rPr lang="en-US" sz="2400" dirty="0"/>
              <a:t>A case study analyzes a real-life scenario to understand problems, solutions, and results. </a:t>
            </a:r>
          </a:p>
          <a:p>
            <a:r>
              <a:rPr lang="en-US" sz="2400" dirty="0"/>
              <a:t>  It helps identify best practices and potential improvements based on past experiences.</a:t>
            </a:r>
          </a:p>
        </p:txBody>
      </p:sp>
    </p:spTree>
    <p:extLst>
      <p:ext uri="{BB962C8B-B14F-4D97-AF65-F5344CB8AC3E}">
        <p14:creationId xmlns:p14="http://schemas.microsoft.com/office/powerpoint/2010/main" val="273689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B6785-1AC6-99D6-4066-4A17268ABBB0}"/>
              </a:ext>
            </a:extLst>
          </p:cNvPr>
          <p:cNvSpPr>
            <a:spLocks noGrp="1"/>
          </p:cNvSpPr>
          <p:nvPr>
            <p:ph type="title"/>
          </p:nvPr>
        </p:nvSpPr>
        <p:spPr/>
        <p:txBody>
          <a:bodyPr/>
          <a:lstStyle/>
          <a:p>
            <a:r>
              <a:rPr lang="en-US" dirty="0"/>
              <a:t>CONCLUSION:</a:t>
            </a:r>
            <a:br>
              <a:rPr lang="en-US" dirty="0"/>
            </a:br>
            <a:endParaRPr lang="en-US" dirty="0"/>
          </a:p>
        </p:txBody>
      </p:sp>
      <p:sp>
        <p:nvSpPr>
          <p:cNvPr id="3" name="Content Placeholder 2">
            <a:extLst>
              <a:ext uri="{FF2B5EF4-FFF2-40B4-BE49-F238E27FC236}">
                <a16:creationId xmlns:a16="http://schemas.microsoft.com/office/drawing/2014/main" id="{0839774E-E968-EC44-2F64-0E5A7BF3418C}"/>
              </a:ext>
            </a:extLst>
          </p:cNvPr>
          <p:cNvSpPr>
            <a:spLocks noGrp="1"/>
          </p:cNvSpPr>
          <p:nvPr>
            <p:ph idx="1"/>
          </p:nvPr>
        </p:nvSpPr>
        <p:spPr/>
        <p:txBody>
          <a:bodyPr>
            <a:normAutofit/>
          </a:bodyPr>
          <a:lstStyle/>
          <a:p>
            <a:r>
              <a:rPr lang="en-US" sz="2400" dirty="0"/>
              <a:t>In conclusion, a smart resume generator enhances job seekers' chances by providing real-time feedback, optimizing content for specific roles, and ensuring resumes are tailored to current industry trends, ultimately making the application process more efficient and effective.</a:t>
            </a:r>
          </a:p>
        </p:txBody>
      </p:sp>
    </p:spTree>
    <p:extLst>
      <p:ext uri="{BB962C8B-B14F-4D97-AF65-F5344CB8AC3E}">
        <p14:creationId xmlns:p14="http://schemas.microsoft.com/office/powerpoint/2010/main" val="1685193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452</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Smart Resume Generator</vt:lpstr>
      <vt:lpstr>INTRODUCTION:</vt:lpstr>
      <vt:lpstr>How it works:</vt:lpstr>
      <vt:lpstr>Benefits:</vt:lpstr>
      <vt:lpstr>Technologies Used: </vt:lpstr>
      <vt:lpstr>Real Time Feedback Loop:</vt:lpstr>
      <vt:lpstr>Case Study: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sowbhagyalakshmi kantragunta</dc:creator>
  <cp:lastModifiedBy>sowbhagyalakshmi kantragunta</cp:lastModifiedBy>
  <cp:revision>1</cp:revision>
  <dcterms:created xsi:type="dcterms:W3CDTF">2025-02-12T07:25:30Z</dcterms:created>
  <dcterms:modified xsi:type="dcterms:W3CDTF">2025-02-12T07:36:53Z</dcterms:modified>
</cp:coreProperties>
</file>